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Wedges" charset="1" panose="02000500000000000000"/>
      <p:regular r:id="rId16"/>
    </p:embeddedFont>
    <p:embeddedFont>
      <p:font typeface="PT Sans" charset="1" panose="020B0503020203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sp>
        <p:nvSpPr>
          <p:cNvPr name="Freeform 2" id="2"/>
          <p:cNvSpPr/>
          <p:nvPr/>
        </p:nvSpPr>
        <p:spPr>
          <a:xfrm flipH="false" flipV="false" rot="928162">
            <a:off x="-332131" y="5971614"/>
            <a:ext cx="5948697" cy="4373197"/>
          </a:xfrm>
          <a:custGeom>
            <a:avLst/>
            <a:gdLst/>
            <a:ahLst/>
            <a:cxnLst/>
            <a:rect r="r" b="b" t="t" l="l"/>
            <a:pathLst>
              <a:path h="4373197" w="5948697">
                <a:moveTo>
                  <a:pt x="0" y="0"/>
                </a:moveTo>
                <a:lnTo>
                  <a:pt x="5948697" y="0"/>
                </a:lnTo>
                <a:lnTo>
                  <a:pt x="5948697" y="4373197"/>
                </a:lnTo>
                <a:lnTo>
                  <a:pt x="0" y="4373197"/>
                </a:lnTo>
                <a:lnTo>
                  <a:pt x="0" y="0"/>
                </a:lnTo>
                <a:close/>
              </a:path>
            </a:pathLst>
          </a:custGeom>
          <a:blipFill>
            <a:blip r:embed="rId2"/>
            <a:stretch>
              <a:fillRect l="0" t="0" r="0" b="-2019"/>
            </a:stretch>
          </a:blipFill>
        </p:spPr>
      </p:sp>
      <p:grpSp>
        <p:nvGrpSpPr>
          <p:cNvPr name="Group 3" id="3"/>
          <p:cNvGrpSpPr/>
          <p:nvPr/>
        </p:nvGrpSpPr>
        <p:grpSpPr>
          <a:xfrm rot="0">
            <a:off x="-1167532" y="-69416"/>
            <a:ext cx="20851664" cy="10425832"/>
            <a:chOff x="0" y="0"/>
            <a:chExt cx="27802218" cy="13901109"/>
          </a:xfrm>
        </p:grpSpPr>
        <p:sp>
          <p:nvSpPr>
            <p:cNvPr name="Freeform 4" id="4"/>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288922">
            <a:off x="5329082" y="613286"/>
            <a:ext cx="8387361" cy="9338155"/>
          </a:xfrm>
          <a:custGeom>
            <a:avLst/>
            <a:gdLst/>
            <a:ahLst/>
            <a:cxnLst/>
            <a:rect r="r" b="b" t="t" l="l"/>
            <a:pathLst>
              <a:path h="9338155" w="8387361">
                <a:moveTo>
                  <a:pt x="0" y="0"/>
                </a:moveTo>
                <a:lnTo>
                  <a:pt x="8387361" y="0"/>
                </a:lnTo>
                <a:lnTo>
                  <a:pt x="8387361" y="9338154"/>
                </a:lnTo>
                <a:lnTo>
                  <a:pt x="0" y="93381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4891950" y="2012345"/>
            <a:ext cx="9201638" cy="6730536"/>
          </a:xfrm>
          <a:prstGeom prst="rect">
            <a:avLst/>
          </a:prstGeom>
        </p:spPr>
        <p:txBody>
          <a:bodyPr anchor="t" rtlCol="false" tIns="0" lIns="0" bIns="0" rIns="0">
            <a:spAutoFit/>
          </a:bodyPr>
          <a:lstStyle/>
          <a:p>
            <a:pPr algn="ctr">
              <a:lnSpc>
                <a:spcPts val="10511"/>
              </a:lnSpc>
            </a:pPr>
            <a:r>
              <a:rPr lang="en-US" sz="10511">
                <a:solidFill>
                  <a:srgbClr val="EC713C"/>
                </a:solidFill>
                <a:latin typeface="Wedges"/>
                <a:ea typeface="Wedges"/>
                <a:cs typeface="Wedges"/>
                <a:sym typeface="Wedges"/>
              </a:rPr>
              <a:t>LANGKAH-LANGKAH MEMBUAT WEBSITE CRUD</a:t>
            </a:r>
          </a:p>
        </p:txBody>
      </p:sp>
      <p:sp>
        <p:nvSpPr>
          <p:cNvPr name="Freeform 10" id="10"/>
          <p:cNvSpPr/>
          <p:nvPr/>
        </p:nvSpPr>
        <p:spPr>
          <a:xfrm flipH="false" flipV="false" rot="-586015">
            <a:off x="14471446" y="3064894"/>
            <a:ext cx="4324685" cy="3900080"/>
          </a:xfrm>
          <a:custGeom>
            <a:avLst/>
            <a:gdLst/>
            <a:ahLst/>
            <a:cxnLst/>
            <a:rect r="r" b="b" t="t" l="l"/>
            <a:pathLst>
              <a:path h="3900080" w="4324685">
                <a:moveTo>
                  <a:pt x="0" y="0"/>
                </a:moveTo>
                <a:lnTo>
                  <a:pt x="4324685" y="0"/>
                </a:lnTo>
                <a:lnTo>
                  <a:pt x="4324685" y="3900079"/>
                </a:lnTo>
                <a:lnTo>
                  <a:pt x="0" y="39000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793955">
            <a:off x="12236836" y="-189747"/>
            <a:ext cx="2579632" cy="2462376"/>
          </a:xfrm>
          <a:custGeom>
            <a:avLst/>
            <a:gdLst/>
            <a:ahLst/>
            <a:cxnLst/>
            <a:rect r="r" b="b" t="t" l="l"/>
            <a:pathLst>
              <a:path h="2462376" w="2579632">
                <a:moveTo>
                  <a:pt x="0" y="0"/>
                </a:moveTo>
                <a:lnTo>
                  <a:pt x="2579632" y="0"/>
                </a:lnTo>
                <a:lnTo>
                  <a:pt x="2579632" y="2462376"/>
                </a:lnTo>
                <a:lnTo>
                  <a:pt x="0" y="24623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4995657" y="524900"/>
            <a:ext cx="8296685" cy="9237200"/>
          </a:xfrm>
          <a:custGeom>
            <a:avLst/>
            <a:gdLst/>
            <a:ahLst/>
            <a:cxnLst/>
            <a:rect r="r" b="b" t="t" l="l"/>
            <a:pathLst>
              <a:path h="9237200" w="8296685">
                <a:moveTo>
                  <a:pt x="0" y="0"/>
                </a:moveTo>
                <a:lnTo>
                  <a:pt x="8296686" y="0"/>
                </a:lnTo>
                <a:lnTo>
                  <a:pt x="8296686" y="9237200"/>
                </a:lnTo>
                <a:lnTo>
                  <a:pt x="0" y="9237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093887" y="2821983"/>
            <a:ext cx="8100226" cy="3896483"/>
          </a:xfrm>
          <a:prstGeom prst="rect">
            <a:avLst/>
          </a:prstGeom>
        </p:spPr>
        <p:txBody>
          <a:bodyPr anchor="t" rtlCol="false" tIns="0" lIns="0" bIns="0" rIns="0">
            <a:spAutoFit/>
          </a:bodyPr>
          <a:lstStyle/>
          <a:p>
            <a:pPr algn="ctr">
              <a:lnSpc>
                <a:spcPts val="6110"/>
              </a:lnSpc>
            </a:pPr>
            <a:r>
              <a:rPr lang="en-US" sz="6110">
                <a:solidFill>
                  <a:srgbClr val="EC713C"/>
                </a:solidFill>
                <a:latin typeface="Wedges"/>
                <a:ea typeface="Wedges"/>
                <a:cs typeface="Wedges"/>
                <a:sym typeface="Wedges"/>
              </a:rPr>
              <a:t>NAMA KELOMPOK:</a:t>
            </a:r>
          </a:p>
          <a:p>
            <a:pPr algn="ctr">
              <a:lnSpc>
                <a:spcPts val="6110"/>
              </a:lnSpc>
            </a:pPr>
          </a:p>
          <a:p>
            <a:pPr algn="ctr">
              <a:lnSpc>
                <a:spcPts val="6110"/>
              </a:lnSpc>
            </a:pPr>
            <a:r>
              <a:rPr lang="en-US" sz="6110">
                <a:solidFill>
                  <a:srgbClr val="EC713C"/>
                </a:solidFill>
                <a:latin typeface="Wedges"/>
                <a:ea typeface="Wedges"/>
                <a:cs typeface="Wedges"/>
                <a:sym typeface="Wedges"/>
              </a:rPr>
              <a:t>1. AURA KAIFA AZZAHRO</a:t>
            </a:r>
          </a:p>
          <a:p>
            <a:pPr algn="ctr">
              <a:lnSpc>
                <a:spcPts val="6110"/>
              </a:lnSpc>
            </a:pPr>
            <a:r>
              <a:rPr lang="en-US" sz="6110">
                <a:solidFill>
                  <a:srgbClr val="EC713C"/>
                </a:solidFill>
                <a:latin typeface="Wedges"/>
                <a:ea typeface="Wedges"/>
                <a:cs typeface="Wedges"/>
                <a:sym typeface="Wedges"/>
              </a:rPr>
              <a:t>2. MUALIFAH SABINA</a:t>
            </a:r>
          </a:p>
        </p:txBody>
      </p:sp>
      <p:sp>
        <p:nvSpPr>
          <p:cNvPr name="Freeform 9" id="9"/>
          <p:cNvSpPr/>
          <p:nvPr/>
        </p:nvSpPr>
        <p:spPr>
          <a:xfrm flipH="false" flipV="false" rot="374499">
            <a:off x="1424779" y="3729723"/>
            <a:ext cx="3737578" cy="7529919"/>
          </a:xfrm>
          <a:custGeom>
            <a:avLst/>
            <a:gdLst/>
            <a:ahLst/>
            <a:cxnLst/>
            <a:rect r="r" b="b" t="t" l="l"/>
            <a:pathLst>
              <a:path h="7529919" w="3737578">
                <a:moveTo>
                  <a:pt x="0" y="0"/>
                </a:moveTo>
                <a:lnTo>
                  <a:pt x="3737579" y="0"/>
                </a:lnTo>
                <a:lnTo>
                  <a:pt x="3737579" y="7529919"/>
                </a:lnTo>
                <a:lnTo>
                  <a:pt x="0" y="75299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4831909" y="691590"/>
            <a:ext cx="8284394" cy="9223516"/>
          </a:xfrm>
          <a:custGeom>
            <a:avLst/>
            <a:gdLst/>
            <a:ahLst/>
            <a:cxnLst/>
            <a:rect r="r" b="b" t="t" l="l"/>
            <a:pathLst>
              <a:path h="9223516" w="8284394">
                <a:moveTo>
                  <a:pt x="0" y="0"/>
                </a:moveTo>
                <a:lnTo>
                  <a:pt x="8284394" y="0"/>
                </a:lnTo>
                <a:lnTo>
                  <a:pt x="8284394" y="9223516"/>
                </a:lnTo>
                <a:lnTo>
                  <a:pt x="0" y="9223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20951" y="2996162"/>
            <a:ext cx="7046099" cy="5684692"/>
          </a:xfrm>
          <a:prstGeom prst="rect">
            <a:avLst/>
          </a:prstGeom>
        </p:spPr>
        <p:txBody>
          <a:bodyPr anchor="t" rtlCol="false" tIns="0" lIns="0" bIns="0" rIns="0">
            <a:spAutoFit/>
          </a:bodyPr>
          <a:lstStyle/>
          <a:p>
            <a:pPr algn="ctr">
              <a:lnSpc>
                <a:spcPts val="6418"/>
              </a:lnSpc>
            </a:pPr>
            <a:r>
              <a:rPr lang="en-US" sz="4584">
                <a:solidFill>
                  <a:srgbClr val="000000"/>
                </a:solidFill>
                <a:latin typeface="PT Sans"/>
                <a:ea typeface="PT Sans"/>
                <a:cs typeface="PT Sans"/>
                <a:sym typeface="PT Sans"/>
              </a:rPr>
              <a:t>🍥Buka chat gpt lalu masukan promot "buatkan saya kode saya canva ai website.... CRUD"</a:t>
            </a:r>
          </a:p>
          <a:p>
            <a:pPr algn="ctr">
              <a:lnSpc>
                <a:spcPts val="6418"/>
              </a:lnSpc>
            </a:pPr>
            <a:r>
              <a:rPr lang="en-US" sz="4584">
                <a:solidFill>
                  <a:srgbClr val="000000"/>
                </a:solidFill>
                <a:latin typeface="PT Sans"/>
                <a:ea typeface="PT Sans"/>
                <a:cs typeface="PT Sans"/>
                <a:sym typeface="PT Sans"/>
              </a:rPr>
              <a:t>🍥 lalu copy kode yang sudah diberikan oleh chat gpt nya</a:t>
            </a:r>
          </a:p>
        </p:txBody>
      </p:sp>
      <p:sp>
        <p:nvSpPr>
          <p:cNvPr name="Freeform 9" id="9"/>
          <p:cNvSpPr/>
          <p:nvPr/>
        </p:nvSpPr>
        <p:spPr>
          <a:xfrm flipH="false" flipV="false" rot="829773">
            <a:off x="390666" y="5521100"/>
            <a:ext cx="5035826" cy="4541400"/>
          </a:xfrm>
          <a:custGeom>
            <a:avLst/>
            <a:gdLst/>
            <a:ahLst/>
            <a:cxnLst/>
            <a:rect r="r" b="b" t="t" l="l"/>
            <a:pathLst>
              <a:path h="4541400" w="5035826">
                <a:moveTo>
                  <a:pt x="0" y="0"/>
                </a:moveTo>
                <a:lnTo>
                  <a:pt x="5035826" y="0"/>
                </a:lnTo>
                <a:lnTo>
                  <a:pt x="5035826" y="4541400"/>
                </a:lnTo>
                <a:lnTo>
                  <a:pt x="0" y="45414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074865">
            <a:off x="13707203" y="2595430"/>
            <a:ext cx="5589390" cy="4878013"/>
          </a:xfrm>
          <a:custGeom>
            <a:avLst/>
            <a:gdLst/>
            <a:ahLst/>
            <a:cxnLst/>
            <a:rect r="r" b="b" t="t" l="l"/>
            <a:pathLst>
              <a:path h="4878013" w="5589390">
                <a:moveTo>
                  <a:pt x="0" y="0"/>
                </a:moveTo>
                <a:lnTo>
                  <a:pt x="5589390" y="0"/>
                </a:lnTo>
                <a:lnTo>
                  <a:pt x="5589390" y="4878013"/>
                </a:lnTo>
                <a:lnTo>
                  <a:pt x="0" y="487801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5195531" y="1958818"/>
            <a:ext cx="7896938" cy="747107"/>
          </a:xfrm>
          <a:prstGeom prst="rect">
            <a:avLst/>
          </a:prstGeom>
        </p:spPr>
        <p:txBody>
          <a:bodyPr anchor="t" rtlCol="false" tIns="0" lIns="0" bIns="0" rIns="0">
            <a:spAutoFit/>
          </a:bodyPr>
          <a:lstStyle/>
          <a:p>
            <a:pPr algn="ctr">
              <a:lnSpc>
                <a:spcPts val="5619"/>
              </a:lnSpc>
            </a:pPr>
            <a:r>
              <a:rPr lang="en-US" sz="5619">
                <a:solidFill>
                  <a:srgbClr val="EC713C"/>
                </a:solidFill>
                <a:latin typeface="Wedges"/>
                <a:ea typeface="Wedges"/>
                <a:cs typeface="Wedges"/>
                <a:sym typeface="Wedges"/>
              </a:rPr>
              <a:t>LANGSUNG PERTAMA: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5141979" y="718239"/>
            <a:ext cx="8296363" cy="9236842"/>
          </a:xfrm>
          <a:custGeom>
            <a:avLst/>
            <a:gdLst/>
            <a:ahLst/>
            <a:cxnLst/>
            <a:rect r="r" b="b" t="t" l="l"/>
            <a:pathLst>
              <a:path h="9236842" w="8296363">
                <a:moveTo>
                  <a:pt x="0" y="0"/>
                </a:moveTo>
                <a:lnTo>
                  <a:pt x="8296364" y="0"/>
                </a:lnTo>
                <a:lnTo>
                  <a:pt x="8296364" y="9236842"/>
                </a:lnTo>
                <a:lnTo>
                  <a:pt x="0" y="9236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845761">
            <a:off x="15308474" y="734917"/>
            <a:ext cx="3935245" cy="4114800"/>
          </a:xfrm>
          <a:custGeom>
            <a:avLst/>
            <a:gdLst/>
            <a:ahLst/>
            <a:cxnLst/>
            <a:rect r="r" b="b" t="t" l="l"/>
            <a:pathLst>
              <a:path h="4114800" w="3935245">
                <a:moveTo>
                  <a:pt x="0" y="0"/>
                </a:moveTo>
                <a:lnTo>
                  <a:pt x="3935245" y="0"/>
                </a:lnTo>
                <a:lnTo>
                  <a:pt x="393524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513522" y="3441786"/>
            <a:ext cx="7260957" cy="5613565"/>
          </a:xfrm>
          <a:prstGeom prst="rect">
            <a:avLst/>
          </a:prstGeom>
        </p:spPr>
        <p:txBody>
          <a:bodyPr anchor="t" rtlCol="false" tIns="0" lIns="0" bIns="0" rIns="0">
            <a:spAutoFit/>
          </a:bodyPr>
          <a:lstStyle/>
          <a:p>
            <a:pPr algn="ctr">
              <a:lnSpc>
                <a:spcPts val="6347"/>
              </a:lnSpc>
            </a:pPr>
            <a:r>
              <a:rPr lang="en-US" sz="4533">
                <a:solidFill>
                  <a:srgbClr val="000000"/>
                </a:solidFill>
                <a:latin typeface="PT Sans"/>
                <a:ea typeface="PT Sans"/>
                <a:cs typeface="PT Sans"/>
                <a:sym typeface="PT Sans"/>
              </a:rPr>
              <a:t>🍥 Masuk ke aplikasi canva, pilih canva ai, pilih "kode untuk saya"</a:t>
            </a:r>
          </a:p>
          <a:p>
            <a:pPr algn="ctr">
              <a:lnSpc>
                <a:spcPts val="6347"/>
              </a:lnSpc>
            </a:pPr>
            <a:r>
              <a:rPr lang="en-US" sz="4533">
                <a:solidFill>
                  <a:srgbClr val="000000"/>
                </a:solidFill>
                <a:latin typeface="PT Sans"/>
                <a:ea typeface="PT Sans"/>
                <a:cs typeface="PT Sans"/>
                <a:sym typeface="PT Sans"/>
              </a:rPr>
              <a:t>🍥 Di prompt salin kode yang tadi(yang diberikan oleh chat gpt "</a:t>
            </a:r>
          </a:p>
          <a:p>
            <a:pPr algn="ctr">
              <a:lnSpc>
                <a:spcPts val="6347"/>
              </a:lnSpc>
            </a:pPr>
            <a:r>
              <a:rPr lang="en-US" sz="4533">
                <a:solidFill>
                  <a:srgbClr val="000000"/>
                </a:solidFill>
                <a:latin typeface="PT Sans"/>
                <a:ea typeface="PT Sans"/>
                <a:cs typeface="PT Sans"/>
                <a:sym typeface="PT Sans"/>
              </a:rPr>
              <a:t>kemudian di enter</a:t>
            </a:r>
          </a:p>
        </p:txBody>
      </p:sp>
      <p:sp>
        <p:nvSpPr>
          <p:cNvPr name="Freeform 10" id="10"/>
          <p:cNvSpPr/>
          <p:nvPr/>
        </p:nvSpPr>
        <p:spPr>
          <a:xfrm flipH="false" flipV="false" rot="289089">
            <a:off x="332962" y="5471231"/>
            <a:ext cx="5055359" cy="4559015"/>
          </a:xfrm>
          <a:custGeom>
            <a:avLst/>
            <a:gdLst/>
            <a:ahLst/>
            <a:cxnLst/>
            <a:rect r="r" b="b" t="t" l="l"/>
            <a:pathLst>
              <a:path h="4559015" w="5055359">
                <a:moveTo>
                  <a:pt x="0" y="0"/>
                </a:moveTo>
                <a:lnTo>
                  <a:pt x="5055359" y="0"/>
                </a:lnTo>
                <a:lnTo>
                  <a:pt x="5055359" y="4559014"/>
                </a:lnTo>
                <a:lnTo>
                  <a:pt x="0" y="45590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5513522" y="1844255"/>
            <a:ext cx="7845601" cy="890159"/>
          </a:xfrm>
          <a:prstGeom prst="rect">
            <a:avLst/>
          </a:prstGeom>
        </p:spPr>
        <p:txBody>
          <a:bodyPr anchor="t" rtlCol="false" tIns="0" lIns="0" bIns="0" rIns="0">
            <a:spAutoFit/>
          </a:bodyPr>
          <a:lstStyle/>
          <a:p>
            <a:pPr algn="ctr">
              <a:lnSpc>
                <a:spcPts val="6625"/>
              </a:lnSpc>
            </a:pPr>
            <a:r>
              <a:rPr lang="en-US" sz="6625">
                <a:solidFill>
                  <a:srgbClr val="EC713C"/>
                </a:solidFill>
                <a:latin typeface="Wedges"/>
                <a:ea typeface="Wedges"/>
                <a:cs typeface="Wedges"/>
                <a:sym typeface="Wedges"/>
              </a:rPr>
              <a:t>LANGKAH KEDUA: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5141979" y="718239"/>
            <a:ext cx="8296363" cy="9236842"/>
          </a:xfrm>
          <a:custGeom>
            <a:avLst/>
            <a:gdLst/>
            <a:ahLst/>
            <a:cxnLst/>
            <a:rect r="r" b="b" t="t" l="l"/>
            <a:pathLst>
              <a:path h="9236842" w="8296363">
                <a:moveTo>
                  <a:pt x="0" y="0"/>
                </a:moveTo>
                <a:lnTo>
                  <a:pt x="8296364" y="0"/>
                </a:lnTo>
                <a:lnTo>
                  <a:pt x="8296364" y="9236842"/>
                </a:lnTo>
                <a:lnTo>
                  <a:pt x="0" y="9236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73070" y="2697067"/>
            <a:ext cx="7170460" cy="7070916"/>
          </a:xfrm>
          <a:prstGeom prst="rect">
            <a:avLst/>
          </a:prstGeom>
        </p:spPr>
        <p:txBody>
          <a:bodyPr anchor="t" rtlCol="false" tIns="0" lIns="0" bIns="0" rIns="0">
            <a:spAutoFit/>
          </a:bodyPr>
          <a:lstStyle/>
          <a:p>
            <a:pPr algn="ctr">
              <a:lnSpc>
                <a:spcPts val="6990"/>
              </a:lnSpc>
            </a:pPr>
            <a:r>
              <a:rPr lang="en-US" sz="4993">
                <a:solidFill>
                  <a:srgbClr val="000000"/>
                </a:solidFill>
                <a:latin typeface="PT Sans"/>
                <a:ea typeface="PT Sans"/>
                <a:cs typeface="PT Sans"/>
                <a:sym typeface="PT Sans"/>
              </a:rPr>
              <a:t>🍥 Setelah muncul kode di canva maka akan muncul gambar</a:t>
            </a:r>
          </a:p>
          <a:p>
            <a:pPr algn="ctr">
              <a:lnSpc>
                <a:spcPts val="6990"/>
              </a:lnSpc>
            </a:pPr>
            <a:r>
              <a:rPr lang="en-US" sz="4993">
                <a:solidFill>
                  <a:srgbClr val="000000"/>
                </a:solidFill>
                <a:latin typeface="PT Sans"/>
                <a:ea typeface="PT Sans"/>
                <a:cs typeface="PT Sans"/>
                <a:sym typeface="PT Sans"/>
              </a:rPr>
              <a:t>🍥 Setelah muncul gambar, lalu kita mencet "gunakan dalam desain"</a:t>
            </a:r>
          </a:p>
          <a:p>
            <a:pPr algn="ctr">
              <a:lnSpc>
                <a:spcPts val="6990"/>
              </a:lnSpc>
            </a:pPr>
            <a:r>
              <a:rPr lang="en-US" sz="4993">
                <a:solidFill>
                  <a:srgbClr val="000000"/>
                </a:solidFill>
                <a:latin typeface="PT Sans"/>
                <a:ea typeface="PT Sans"/>
                <a:cs typeface="PT Sans"/>
                <a:sym typeface="PT Sans"/>
              </a:rPr>
              <a:t>🍥 Lalu pilih opsi "situs web"</a:t>
            </a:r>
          </a:p>
        </p:txBody>
      </p:sp>
      <p:sp>
        <p:nvSpPr>
          <p:cNvPr name="Freeform 9" id="9"/>
          <p:cNvSpPr/>
          <p:nvPr/>
        </p:nvSpPr>
        <p:spPr>
          <a:xfrm flipH="false" flipV="false" rot="459292">
            <a:off x="280398" y="5399825"/>
            <a:ext cx="5224459" cy="4559527"/>
          </a:xfrm>
          <a:custGeom>
            <a:avLst/>
            <a:gdLst/>
            <a:ahLst/>
            <a:cxnLst/>
            <a:rect r="r" b="b" t="t" l="l"/>
            <a:pathLst>
              <a:path h="4559527" w="5224459">
                <a:moveTo>
                  <a:pt x="0" y="0"/>
                </a:moveTo>
                <a:lnTo>
                  <a:pt x="5224459" y="0"/>
                </a:lnTo>
                <a:lnTo>
                  <a:pt x="5224459" y="4559527"/>
                </a:lnTo>
                <a:lnTo>
                  <a:pt x="0" y="45595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659711">
            <a:off x="13146248" y="1501435"/>
            <a:ext cx="5428368" cy="4895401"/>
          </a:xfrm>
          <a:custGeom>
            <a:avLst/>
            <a:gdLst/>
            <a:ahLst/>
            <a:cxnLst/>
            <a:rect r="r" b="b" t="t" l="l"/>
            <a:pathLst>
              <a:path h="4895401" w="5428368">
                <a:moveTo>
                  <a:pt x="0" y="0"/>
                </a:moveTo>
                <a:lnTo>
                  <a:pt x="5428367" y="0"/>
                </a:lnTo>
                <a:lnTo>
                  <a:pt x="5428367" y="4895401"/>
                </a:lnTo>
                <a:lnTo>
                  <a:pt x="0" y="48954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5121759" y="1364999"/>
            <a:ext cx="8689637" cy="865525"/>
          </a:xfrm>
          <a:prstGeom prst="rect">
            <a:avLst/>
          </a:prstGeom>
        </p:spPr>
        <p:txBody>
          <a:bodyPr anchor="t" rtlCol="false" tIns="0" lIns="0" bIns="0" rIns="0">
            <a:spAutoFit/>
          </a:bodyPr>
          <a:lstStyle/>
          <a:p>
            <a:pPr algn="ctr">
              <a:lnSpc>
                <a:spcPts val="6588"/>
              </a:lnSpc>
            </a:pPr>
            <a:r>
              <a:rPr lang="en-US" sz="6588">
                <a:solidFill>
                  <a:srgbClr val="EC713C"/>
                </a:solidFill>
                <a:latin typeface="Wedges"/>
                <a:ea typeface="Wedges"/>
                <a:cs typeface="Wedges"/>
                <a:sym typeface="Wedges"/>
              </a:rPr>
              <a:t>LANGKAH KETIGA: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5141979" y="718239"/>
            <a:ext cx="8296363" cy="9236842"/>
          </a:xfrm>
          <a:custGeom>
            <a:avLst/>
            <a:gdLst/>
            <a:ahLst/>
            <a:cxnLst/>
            <a:rect r="r" b="b" t="t" l="l"/>
            <a:pathLst>
              <a:path h="9236842" w="8296363">
                <a:moveTo>
                  <a:pt x="0" y="0"/>
                </a:moveTo>
                <a:lnTo>
                  <a:pt x="8296364" y="0"/>
                </a:lnTo>
                <a:lnTo>
                  <a:pt x="8296364" y="9236842"/>
                </a:lnTo>
                <a:lnTo>
                  <a:pt x="0" y="9236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65788">
            <a:off x="262214" y="5793555"/>
            <a:ext cx="4655336" cy="4198266"/>
          </a:xfrm>
          <a:custGeom>
            <a:avLst/>
            <a:gdLst/>
            <a:ahLst/>
            <a:cxnLst/>
            <a:rect r="r" b="b" t="t" l="l"/>
            <a:pathLst>
              <a:path h="4198266" w="4655336">
                <a:moveTo>
                  <a:pt x="0" y="0"/>
                </a:moveTo>
                <a:lnTo>
                  <a:pt x="4655336" y="0"/>
                </a:lnTo>
                <a:lnTo>
                  <a:pt x="4655336" y="4198266"/>
                </a:lnTo>
                <a:lnTo>
                  <a:pt x="0" y="41982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865779" y="2065613"/>
            <a:ext cx="7422285" cy="726705"/>
          </a:xfrm>
          <a:prstGeom prst="rect">
            <a:avLst/>
          </a:prstGeom>
        </p:spPr>
        <p:txBody>
          <a:bodyPr anchor="t" rtlCol="false" tIns="0" lIns="0" bIns="0" rIns="0">
            <a:spAutoFit/>
          </a:bodyPr>
          <a:lstStyle/>
          <a:p>
            <a:pPr algn="ctr">
              <a:lnSpc>
                <a:spcPts val="5484"/>
              </a:lnSpc>
            </a:pPr>
            <a:r>
              <a:rPr lang="en-US" sz="5484">
                <a:solidFill>
                  <a:srgbClr val="EC713C"/>
                </a:solidFill>
                <a:latin typeface="Wedges"/>
                <a:ea typeface="Wedges"/>
                <a:cs typeface="Wedges"/>
                <a:sym typeface="Wedges"/>
              </a:rPr>
              <a:t>LANGKAH KEEMPAT:</a:t>
            </a:r>
          </a:p>
        </p:txBody>
      </p:sp>
      <p:sp>
        <p:nvSpPr>
          <p:cNvPr name="TextBox 10" id="10"/>
          <p:cNvSpPr txBox="true"/>
          <p:nvPr/>
        </p:nvSpPr>
        <p:spPr>
          <a:xfrm rot="0">
            <a:off x="5326620" y="3042310"/>
            <a:ext cx="7634761" cy="6215990"/>
          </a:xfrm>
          <a:prstGeom prst="rect">
            <a:avLst/>
          </a:prstGeom>
        </p:spPr>
        <p:txBody>
          <a:bodyPr anchor="t" rtlCol="false" tIns="0" lIns="0" bIns="0" rIns="0">
            <a:spAutoFit/>
          </a:bodyPr>
          <a:lstStyle/>
          <a:p>
            <a:pPr algn="ctr">
              <a:lnSpc>
                <a:spcPts val="7028"/>
              </a:lnSpc>
            </a:pPr>
            <a:r>
              <a:rPr lang="en-US" sz="5020">
                <a:solidFill>
                  <a:srgbClr val="000000"/>
                </a:solidFill>
                <a:latin typeface="PT Sans"/>
                <a:ea typeface="PT Sans"/>
                <a:cs typeface="PT Sans"/>
                <a:sym typeface="PT Sans"/>
              </a:rPr>
              <a:t>🍥 Setelah muncul sempurna gambar untuk mengedit desain, pilih opsi tanda panah sebelah kanan</a:t>
            </a:r>
          </a:p>
          <a:p>
            <a:pPr algn="ctr">
              <a:lnSpc>
                <a:spcPts val="7028"/>
              </a:lnSpc>
            </a:pPr>
            <a:r>
              <a:rPr lang="en-US" sz="5020">
                <a:solidFill>
                  <a:srgbClr val="000000"/>
                </a:solidFill>
                <a:latin typeface="PT Sans"/>
                <a:ea typeface="PT Sans"/>
                <a:cs typeface="PT Sans"/>
                <a:sym typeface="PT Sans"/>
              </a:rPr>
              <a:t>🍥Lalu kita pencet "PUBLIKASIKAN"</a:t>
            </a:r>
          </a:p>
          <a:p>
            <a:pPr algn="ctr">
              <a:lnSpc>
                <a:spcPts val="7028"/>
              </a:lnSpc>
            </a:pPr>
          </a:p>
        </p:txBody>
      </p:sp>
      <p:sp>
        <p:nvSpPr>
          <p:cNvPr name="Freeform 11" id="11"/>
          <p:cNvSpPr/>
          <p:nvPr/>
        </p:nvSpPr>
        <p:spPr>
          <a:xfrm flipH="false" flipV="false" rot="-443310">
            <a:off x="13533712" y="1020407"/>
            <a:ext cx="4593626" cy="4117037"/>
          </a:xfrm>
          <a:custGeom>
            <a:avLst/>
            <a:gdLst/>
            <a:ahLst/>
            <a:cxnLst/>
            <a:rect r="r" b="b" t="t" l="l"/>
            <a:pathLst>
              <a:path h="4117037" w="4593626">
                <a:moveTo>
                  <a:pt x="0" y="0"/>
                </a:moveTo>
                <a:lnTo>
                  <a:pt x="4593626" y="0"/>
                </a:lnTo>
                <a:lnTo>
                  <a:pt x="4593626" y="4117037"/>
                </a:lnTo>
                <a:lnTo>
                  <a:pt x="0" y="4117037"/>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5158831" y="704337"/>
            <a:ext cx="7948873" cy="8849960"/>
          </a:xfrm>
          <a:custGeom>
            <a:avLst/>
            <a:gdLst/>
            <a:ahLst/>
            <a:cxnLst/>
            <a:rect r="r" b="b" t="t" l="l"/>
            <a:pathLst>
              <a:path h="8849960" w="7948873">
                <a:moveTo>
                  <a:pt x="0" y="0"/>
                </a:moveTo>
                <a:lnTo>
                  <a:pt x="7948874" y="0"/>
                </a:lnTo>
                <a:lnTo>
                  <a:pt x="7948874" y="8849960"/>
                </a:lnTo>
                <a:lnTo>
                  <a:pt x="0" y="8849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667435">
            <a:off x="13257676" y="2514812"/>
            <a:ext cx="5121552" cy="4469718"/>
          </a:xfrm>
          <a:custGeom>
            <a:avLst/>
            <a:gdLst/>
            <a:ahLst/>
            <a:cxnLst/>
            <a:rect r="r" b="b" t="t" l="l"/>
            <a:pathLst>
              <a:path h="4469718" w="5121552">
                <a:moveTo>
                  <a:pt x="0" y="0"/>
                </a:moveTo>
                <a:lnTo>
                  <a:pt x="5121552" y="0"/>
                </a:lnTo>
                <a:lnTo>
                  <a:pt x="5121552" y="4469718"/>
                </a:lnTo>
                <a:lnTo>
                  <a:pt x="0" y="44697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651939">
            <a:off x="-678475" y="5308086"/>
            <a:ext cx="6476668" cy="5804714"/>
          </a:xfrm>
          <a:custGeom>
            <a:avLst/>
            <a:gdLst/>
            <a:ahLst/>
            <a:cxnLst/>
            <a:rect r="r" b="b" t="t" l="l"/>
            <a:pathLst>
              <a:path h="5804714" w="6476668">
                <a:moveTo>
                  <a:pt x="0" y="0"/>
                </a:moveTo>
                <a:lnTo>
                  <a:pt x="6476669" y="0"/>
                </a:lnTo>
                <a:lnTo>
                  <a:pt x="6476669" y="5804714"/>
                </a:lnTo>
                <a:lnTo>
                  <a:pt x="0" y="5804714"/>
                </a:lnTo>
                <a:lnTo>
                  <a:pt x="0" y="0"/>
                </a:lnTo>
                <a:close/>
              </a:path>
            </a:pathLst>
          </a:custGeom>
          <a:blipFill>
            <a:blip r:embed="rId10"/>
            <a:stretch>
              <a:fillRect l="0" t="0" r="0" b="0"/>
            </a:stretch>
          </a:blipFill>
        </p:spPr>
      </p:sp>
      <p:sp>
        <p:nvSpPr>
          <p:cNvPr name="TextBox 10" id="10"/>
          <p:cNvSpPr txBox="true"/>
          <p:nvPr/>
        </p:nvSpPr>
        <p:spPr>
          <a:xfrm rot="0">
            <a:off x="5460491" y="3254413"/>
            <a:ext cx="7367018" cy="3635298"/>
          </a:xfrm>
          <a:prstGeom prst="rect">
            <a:avLst/>
          </a:prstGeom>
        </p:spPr>
        <p:txBody>
          <a:bodyPr anchor="t" rtlCol="false" tIns="0" lIns="0" bIns="0" rIns="0">
            <a:spAutoFit/>
          </a:bodyPr>
          <a:lstStyle/>
          <a:p>
            <a:pPr algn="ctr">
              <a:lnSpc>
                <a:spcPts val="9624"/>
              </a:lnSpc>
            </a:pPr>
            <a:r>
              <a:rPr lang="en-US" sz="6874">
                <a:solidFill>
                  <a:srgbClr val="000000"/>
                </a:solidFill>
                <a:latin typeface="PT Sans"/>
                <a:ea typeface="PT Sans"/>
                <a:cs typeface="PT Sans"/>
                <a:sym typeface="PT Sans"/>
              </a:rPr>
              <a:t>🍥 Lalu pencet " lihat situs web "</a:t>
            </a:r>
          </a:p>
          <a:p>
            <a:pPr algn="ctr">
              <a:lnSpc>
                <a:spcPts val="9624"/>
              </a:lnSpc>
            </a:pPr>
            <a:r>
              <a:rPr lang="en-US" sz="6874">
                <a:solidFill>
                  <a:srgbClr val="000000"/>
                </a:solidFill>
                <a:latin typeface="PT Sans"/>
                <a:ea typeface="PT Sans"/>
                <a:cs typeface="PT Sans"/>
                <a:sym typeface="PT Sans"/>
              </a:rPr>
              <a:t>🍥 Dan seleesaiii</a:t>
            </a:r>
          </a:p>
        </p:txBody>
      </p:sp>
      <p:sp>
        <p:nvSpPr>
          <p:cNvPr name="TextBox 11" id="11"/>
          <p:cNvSpPr txBox="true"/>
          <p:nvPr/>
        </p:nvSpPr>
        <p:spPr>
          <a:xfrm rot="0">
            <a:off x="4801403" y="1928768"/>
            <a:ext cx="9009044" cy="863549"/>
          </a:xfrm>
          <a:prstGeom prst="rect">
            <a:avLst/>
          </a:prstGeom>
        </p:spPr>
        <p:txBody>
          <a:bodyPr anchor="t" rtlCol="false" tIns="0" lIns="0" bIns="0" rIns="0">
            <a:spAutoFit/>
          </a:bodyPr>
          <a:lstStyle/>
          <a:p>
            <a:pPr algn="ctr">
              <a:lnSpc>
                <a:spcPts val="6449"/>
              </a:lnSpc>
            </a:pPr>
            <a:r>
              <a:rPr lang="en-US" sz="6449">
                <a:solidFill>
                  <a:srgbClr val="EC713C"/>
                </a:solidFill>
                <a:latin typeface="Wedges"/>
                <a:ea typeface="Wedges"/>
                <a:cs typeface="Wedges"/>
                <a:sym typeface="Wedges"/>
              </a:rPr>
              <a:t>LANGKAH KELIMA: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5141979" y="718239"/>
            <a:ext cx="8296363" cy="9236842"/>
          </a:xfrm>
          <a:custGeom>
            <a:avLst/>
            <a:gdLst/>
            <a:ahLst/>
            <a:cxnLst/>
            <a:rect r="r" b="b" t="t" l="l"/>
            <a:pathLst>
              <a:path h="9236842" w="8296363">
                <a:moveTo>
                  <a:pt x="0" y="0"/>
                </a:moveTo>
                <a:lnTo>
                  <a:pt x="8296364" y="0"/>
                </a:lnTo>
                <a:lnTo>
                  <a:pt x="8296364" y="9236842"/>
                </a:lnTo>
                <a:lnTo>
                  <a:pt x="0" y="9236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515832" y="2869375"/>
            <a:ext cx="7484935" cy="6519928"/>
          </a:xfrm>
          <a:prstGeom prst="rect">
            <a:avLst/>
          </a:prstGeom>
        </p:spPr>
        <p:txBody>
          <a:bodyPr anchor="t" rtlCol="false" tIns="0" lIns="0" bIns="0" rIns="0">
            <a:spAutoFit/>
          </a:bodyPr>
          <a:lstStyle/>
          <a:p>
            <a:pPr algn="ctr">
              <a:lnSpc>
                <a:spcPts val="5728"/>
              </a:lnSpc>
            </a:pPr>
            <a:r>
              <a:rPr lang="en-US" sz="4091">
                <a:solidFill>
                  <a:srgbClr val="000000"/>
                </a:solidFill>
                <a:latin typeface="PT Sans"/>
                <a:ea typeface="PT Sans"/>
                <a:cs typeface="PT Sans"/>
                <a:sym typeface="PT Sans"/>
              </a:rPr>
              <a:t>kita mmembuat website dimsum mentai untuk memperkenalkan produk kuliner yang saya jual kepada banyak orang. Dengan adanya website, informasi tentang dimsum mentai seperti asal, rasa, dan cara pemesanan bisa disampaikan dengan mudah dan menarik. </a:t>
            </a:r>
          </a:p>
        </p:txBody>
      </p:sp>
      <p:sp>
        <p:nvSpPr>
          <p:cNvPr name="Freeform 9" id="9"/>
          <p:cNvSpPr/>
          <p:nvPr/>
        </p:nvSpPr>
        <p:spPr>
          <a:xfrm flipH="false" flipV="false" rot="0">
            <a:off x="1692491" y="3464261"/>
            <a:ext cx="3076435" cy="6822739"/>
          </a:xfrm>
          <a:custGeom>
            <a:avLst/>
            <a:gdLst/>
            <a:ahLst/>
            <a:cxnLst/>
            <a:rect r="r" b="b" t="t" l="l"/>
            <a:pathLst>
              <a:path h="6822739" w="3076435">
                <a:moveTo>
                  <a:pt x="0" y="0"/>
                </a:moveTo>
                <a:lnTo>
                  <a:pt x="3076435" y="0"/>
                </a:lnTo>
                <a:lnTo>
                  <a:pt x="3076435" y="6822739"/>
                </a:lnTo>
                <a:lnTo>
                  <a:pt x="0" y="68227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380789">
            <a:off x="14167742" y="3040302"/>
            <a:ext cx="4714875" cy="4114800"/>
          </a:xfrm>
          <a:custGeom>
            <a:avLst/>
            <a:gdLst/>
            <a:ahLst/>
            <a:cxnLst/>
            <a:rect r="r" b="b" t="t" l="l"/>
            <a:pathLst>
              <a:path h="4114800" w="4714875">
                <a:moveTo>
                  <a:pt x="0" y="0"/>
                </a:moveTo>
                <a:lnTo>
                  <a:pt x="4714875" y="0"/>
                </a:lnTo>
                <a:lnTo>
                  <a:pt x="471487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5515832" y="1713751"/>
            <a:ext cx="7548657" cy="1078567"/>
          </a:xfrm>
          <a:prstGeom prst="rect">
            <a:avLst/>
          </a:prstGeom>
        </p:spPr>
        <p:txBody>
          <a:bodyPr anchor="t" rtlCol="false" tIns="0" lIns="0" bIns="0" rIns="0">
            <a:spAutoFit/>
          </a:bodyPr>
          <a:lstStyle/>
          <a:p>
            <a:pPr algn="ctr">
              <a:lnSpc>
                <a:spcPts val="4190"/>
              </a:lnSpc>
            </a:pPr>
            <a:r>
              <a:rPr lang="en-US" sz="4190">
                <a:solidFill>
                  <a:srgbClr val="EC713C"/>
                </a:solidFill>
                <a:latin typeface="Wedges"/>
                <a:ea typeface="Wedges"/>
                <a:cs typeface="Wedges"/>
                <a:sym typeface="Wedges"/>
              </a:rPr>
              <a:t>ALASAN MEMBUAT WEBSITE DIMSUM MENTAI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95279">
            <a:off x="4714127" y="-131127"/>
            <a:ext cx="9475149" cy="10549255"/>
          </a:xfrm>
          <a:custGeom>
            <a:avLst/>
            <a:gdLst/>
            <a:ahLst/>
            <a:cxnLst/>
            <a:rect r="r" b="b" t="t" l="l"/>
            <a:pathLst>
              <a:path h="10549255" w="9475149">
                <a:moveTo>
                  <a:pt x="0" y="0"/>
                </a:moveTo>
                <a:lnTo>
                  <a:pt x="9475149" y="0"/>
                </a:lnTo>
                <a:lnTo>
                  <a:pt x="9475149" y="10549254"/>
                </a:lnTo>
                <a:lnTo>
                  <a:pt x="0" y="105492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899358" y="766598"/>
            <a:ext cx="9104687" cy="2025719"/>
          </a:xfrm>
          <a:prstGeom prst="rect">
            <a:avLst/>
          </a:prstGeom>
        </p:spPr>
        <p:txBody>
          <a:bodyPr anchor="t" rtlCol="false" tIns="0" lIns="0" bIns="0" rIns="0">
            <a:spAutoFit/>
          </a:bodyPr>
          <a:lstStyle/>
          <a:p>
            <a:pPr algn="ctr">
              <a:lnSpc>
                <a:spcPts val="5249"/>
              </a:lnSpc>
            </a:pPr>
            <a:r>
              <a:rPr lang="en-US" sz="5249">
                <a:solidFill>
                  <a:srgbClr val="EC713C"/>
                </a:solidFill>
                <a:latin typeface="Wedges"/>
                <a:ea typeface="Wedges"/>
                <a:cs typeface="Wedges"/>
                <a:sym typeface="Wedges"/>
              </a:rPr>
              <a:t>LATAR BBELAKANG MEMBUAT WEBSITE DIMSUM MENTAI</a:t>
            </a:r>
          </a:p>
        </p:txBody>
      </p:sp>
      <p:sp>
        <p:nvSpPr>
          <p:cNvPr name="TextBox 9" id="9"/>
          <p:cNvSpPr txBox="true"/>
          <p:nvPr/>
        </p:nvSpPr>
        <p:spPr>
          <a:xfrm rot="0">
            <a:off x="5268830" y="2735167"/>
            <a:ext cx="7978939" cy="7289020"/>
          </a:xfrm>
          <a:prstGeom prst="rect">
            <a:avLst/>
          </a:prstGeom>
        </p:spPr>
        <p:txBody>
          <a:bodyPr anchor="t" rtlCol="false" tIns="0" lIns="0" bIns="0" rIns="0">
            <a:spAutoFit/>
          </a:bodyPr>
          <a:lstStyle/>
          <a:p>
            <a:pPr algn="ctr">
              <a:lnSpc>
                <a:spcPts val="3832"/>
              </a:lnSpc>
            </a:pPr>
            <a:r>
              <a:rPr lang="en-US" sz="2737">
                <a:solidFill>
                  <a:srgbClr val="000000"/>
                </a:solidFill>
                <a:latin typeface="PT Sans"/>
                <a:ea typeface="PT Sans"/>
                <a:cs typeface="PT Sans"/>
                <a:sym typeface="PT Sans"/>
              </a:rPr>
              <a:t>Perkembangan teknologi digital saat ini sangat berpengaruh terhadap dunia bisnis, termasuk bidang kuliner. Banyak pelaku usaha makanan yang memanfaatkan internet untuk memperkenalkan dan memasarkan produknya agar lebih dikenal luas oleh masyarakat. Salah satu cara yang efektif adalah dengan membuat website promosi produk.</a:t>
            </a:r>
          </a:p>
          <a:p>
            <a:pPr algn="ctr">
              <a:lnSpc>
                <a:spcPts val="3832"/>
              </a:lnSpc>
            </a:pPr>
          </a:p>
          <a:p>
            <a:pPr algn="ctr">
              <a:lnSpc>
                <a:spcPts val="3832"/>
              </a:lnSpc>
            </a:pPr>
            <a:r>
              <a:rPr lang="en-US" sz="2737">
                <a:solidFill>
                  <a:srgbClr val="000000"/>
                </a:solidFill>
                <a:latin typeface="PT Sans"/>
                <a:ea typeface="PT Sans"/>
                <a:cs typeface="PT Sans"/>
                <a:sym typeface="PT Sans"/>
              </a:rPr>
              <a:t>Melalui website ini, diharapkan masyarakat dapat lebih mudah mengenal produk dimsum mentai, mengetahui cita rasanya yang gurih dan creamy, serta tertarik untuk mencobanya. Selain itu, pembuatan website ini juga bertujuan untuk melatih kemampuan dalam bidang teknologi dan kewirausahaan, khususnya dalam promosi digital.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9D2"/>
        </a:solidFill>
      </p:bgPr>
    </p:bg>
    <p:spTree>
      <p:nvGrpSpPr>
        <p:cNvPr id="1" name=""/>
        <p:cNvGrpSpPr/>
        <p:nvPr/>
      </p:nvGrpSpPr>
      <p:grpSpPr>
        <a:xfrm>
          <a:off x="0" y="0"/>
          <a:ext cx="0" cy="0"/>
          <a:chOff x="0" y="0"/>
          <a:chExt cx="0" cy="0"/>
        </a:xfrm>
      </p:grpSpPr>
      <p:grpSp>
        <p:nvGrpSpPr>
          <p:cNvPr name="Group 2" id="2"/>
          <p:cNvGrpSpPr/>
          <p:nvPr/>
        </p:nvGrpSpPr>
        <p:grpSpPr>
          <a:xfrm rot="0">
            <a:off x="-1167532" y="-69416"/>
            <a:ext cx="20851664" cy="10425832"/>
            <a:chOff x="0" y="0"/>
            <a:chExt cx="27802218" cy="13901109"/>
          </a:xfrm>
        </p:grpSpPr>
        <p:sp>
          <p:nvSpPr>
            <p:cNvPr name="Freeform 3" id="3"/>
            <p:cNvSpPr/>
            <p:nvPr/>
          </p:nvSpPr>
          <p:spPr>
            <a:xfrm flipH="false" flipV="false" rot="0">
              <a:off x="0"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01109" y="0"/>
              <a:ext cx="13901109" cy="13901109"/>
            </a:xfrm>
            <a:custGeom>
              <a:avLst/>
              <a:gdLst/>
              <a:ahLst/>
              <a:cxnLst/>
              <a:rect r="r" b="b" t="t" l="l"/>
              <a:pathLst>
                <a:path h="13901109" w="13901109">
                  <a:moveTo>
                    <a:pt x="0" y="0"/>
                  </a:moveTo>
                  <a:lnTo>
                    <a:pt x="13901109" y="0"/>
                  </a:lnTo>
                  <a:lnTo>
                    <a:pt x="13901109" y="13901109"/>
                  </a:lnTo>
                  <a:lnTo>
                    <a:pt x="0" y="13901109"/>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288922">
            <a:off x="5157678" y="705288"/>
            <a:ext cx="7972643" cy="8876425"/>
          </a:xfrm>
          <a:custGeom>
            <a:avLst/>
            <a:gdLst/>
            <a:ahLst/>
            <a:cxnLst/>
            <a:rect r="r" b="b" t="t" l="l"/>
            <a:pathLst>
              <a:path h="8876425" w="7972643">
                <a:moveTo>
                  <a:pt x="0" y="0"/>
                </a:moveTo>
                <a:lnTo>
                  <a:pt x="7972644" y="0"/>
                </a:lnTo>
                <a:lnTo>
                  <a:pt x="7972644" y="8876424"/>
                </a:lnTo>
                <a:lnTo>
                  <a:pt x="0" y="88764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96" y="-329019"/>
            <a:ext cx="3668237" cy="3121337"/>
          </a:xfrm>
          <a:custGeom>
            <a:avLst/>
            <a:gdLst/>
            <a:ahLst/>
            <a:cxnLst/>
            <a:rect r="r" b="b" t="t" l="l"/>
            <a:pathLst>
              <a:path h="3121337" w="3668237">
                <a:moveTo>
                  <a:pt x="0" y="0"/>
                </a:moveTo>
                <a:lnTo>
                  <a:pt x="3668237" y="0"/>
                </a:lnTo>
                <a:lnTo>
                  <a:pt x="3668237" y="3121336"/>
                </a:lnTo>
                <a:lnTo>
                  <a:pt x="0" y="3121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5427359" y="7494683"/>
            <a:ext cx="3668237" cy="3121337"/>
          </a:xfrm>
          <a:custGeom>
            <a:avLst/>
            <a:gdLst/>
            <a:ahLst/>
            <a:cxnLst/>
            <a:rect r="r" b="b" t="t" l="l"/>
            <a:pathLst>
              <a:path h="3121337" w="3668237">
                <a:moveTo>
                  <a:pt x="3668237" y="3121336"/>
                </a:moveTo>
                <a:lnTo>
                  <a:pt x="0" y="3121336"/>
                </a:lnTo>
                <a:lnTo>
                  <a:pt x="0" y="0"/>
                </a:lnTo>
                <a:lnTo>
                  <a:pt x="3668237" y="0"/>
                </a:lnTo>
                <a:lnTo>
                  <a:pt x="3668237" y="312133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845761">
            <a:off x="15308474" y="734917"/>
            <a:ext cx="3935245" cy="4114800"/>
          </a:xfrm>
          <a:custGeom>
            <a:avLst/>
            <a:gdLst/>
            <a:ahLst/>
            <a:cxnLst/>
            <a:rect r="r" b="b" t="t" l="l"/>
            <a:pathLst>
              <a:path h="4114800" w="3935245">
                <a:moveTo>
                  <a:pt x="0" y="0"/>
                </a:moveTo>
                <a:lnTo>
                  <a:pt x="3935245" y="0"/>
                </a:lnTo>
                <a:lnTo>
                  <a:pt x="393524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559697" y="3578024"/>
            <a:ext cx="7168605" cy="3378601"/>
          </a:xfrm>
          <a:prstGeom prst="rect">
            <a:avLst/>
          </a:prstGeom>
        </p:spPr>
        <p:txBody>
          <a:bodyPr anchor="t" rtlCol="false" tIns="0" lIns="0" bIns="0" rIns="0">
            <a:spAutoFit/>
          </a:bodyPr>
          <a:lstStyle/>
          <a:p>
            <a:pPr algn="ctr">
              <a:lnSpc>
                <a:spcPts val="13015"/>
              </a:lnSpc>
            </a:pPr>
            <a:r>
              <a:rPr lang="en-US" sz="13015">
                <a:solidFill>
                  <a:srgbClr val="EC713C"/>
                </a:solidFill>
                <a:latin typeface="Wedges"/>
                <a:ea typeface="Wedges"/>
                <a:cs typeface="Wedges"/>
                <a:sym typeface="Wedges"/>
              </a:rPr>
              <a:t>TH</a:t>
            </a:r>
            <a:r>
              <a:rPr lang="en-US" sz="13015">
                <a:solidFill>
                  <a:srgbClr val="EC713C"/>
                </a:solidFill>
                <a:latin typeface="Wedges"/>
                <a:ea typeface="Wedges"/>
                <a:cs typeface="Wedges"/>
                <a:sym typeface="Wedges"/>
              </a:rPr>
              <a:t>ANK YOU</a:t>
            </a:r>
          </a:p>
        </p:txBody>
      </p:sp>
      <p:sp>
        <p:nvSpPr>
          <p:cNvPr name="Freeform 10" id="10"/>
          <p:cNvSpPr/>
          <p:nvPr/>
        </p:nvSpPr>
        <p:spPr>
          <a:xfrm flipH="false" flipV="false" rot="-576389">
            <a:off x="10446911" y="6189038"/>
            <a:ext cx="4562782" cy="4114800"/>
          </a:xfrm>
          <a:custGeom>
            <a:avLst/>
            <a:gdLst/>
            <a:ahLst/>
            <a:cxnLst/>
            <a:rect r="r" b="b" t="t" l="l"/>
            <a:pathLst>
              <a:path h="4114800" w="4562782">
                <a:moveTo>
                  <a:pt x="0" y="0"/>
                </a:moveTo>
                <a:lnTo>
                  <a:pt x="4562783" y="0"/>
                </a:lnTo>
                <a:lnTo>
                  <a:pt x="456278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438123">
            <a:off x="86429" y="6106159"/>
            <a:ext cx="4482329" cy="3911851"/>
          </a:xfrm>
          <a:custGeom>
            <a:avLst/>
            <a:gdLst/>
            <a:ahLst/>
            <a:cxnLst/>
            <a:rect r="r" b="b" t="t" l="l"/>
            <a:pathLst>
              <a:path h="3911851" w="4482329">
                <a:moveTo>
                  <a:pt x="0" y="0"/>
                </a:moveTo>
                <a:lnTo>
                  <a:pt x="4482330" y="0"/>
                </a:lnTo>
                <a:lnTo>
                  <a:pt x="4482330" y="3911851"/>
                </a:lnTo>
                <a:lnTo>
                  <a:pt x="0" y="391185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DAG1uUtXCkg</dc:identifier>
  <dcterms:modified xsi:type="dcterms:W3CDTF">2011-08-01T06:04:30Z</dcterms:modified>
  <cp:revision>1</cp:revision>
  <dc:title>Asian cuisine</dc:title>
</cp:coreProperties>
</file>